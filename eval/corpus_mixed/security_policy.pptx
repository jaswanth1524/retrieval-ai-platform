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company policy applies to all employees. Employees must follow the company policy, and the company expects every employee to read each policy. The company reviews the policy every year; employees can ask the policy owner about the company policy at any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Passwords need sixteen characters and a hardware key for the admin console. Never reuse a password across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 a lost laptop or a phishing email to the security desk within one hour through the incident hotline.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